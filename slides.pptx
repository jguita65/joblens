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128016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" y="1371600"/>
            <a:ext cx="1005840" cy="1005840"/>
          </a:xfrm>
          <a:prstGeom prst="roundRect">
            <a:avLst>
              <a:gd name="adj" fmla="val 22000"/>
            </a:avLst>
          </a:prstGeom>
          <a:solidFill>
            <a:srgbClr val="4F46E5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6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RK</a:t>
            </a:r>
            <a:endParaRPr lang="en-US" sz="2860" dirty="0"/>
          </a:p>
        </p:txBody>
      </p:sp>
      <p:sp>
        <p:nvSpPr>
          <p:cNvPr id="6" name="Text 4"/>
          <p:cNvSpPr/>
          <p:nvPr/>
        </p:nvSpPr>
        <p:spPr>
          <a:xfrm>
            <a:off x="1005840" y="26517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RecruitKit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005840" y="3749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Herramientas para una selección más justa y eficaz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4754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Juan Ignacio Guitart   ·   TFM   ·  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problema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ofertas de empleo contienen, a menudo sin querer, lenguaje sesgado (género, edad, capacitismo, jerga) que reduce la diversidad y puede ser ilegal.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proceso de selección está fragmentado: redactar la oferta, filtrar CVs, buscar candidatos, entrevistar y comunicar… en herramientas dispersas.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RecruitKit · TFM · Juan Ignacio Guitart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solución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RecruitKit: un panel con varias herramientas que cubren el proceso de selección, con foco en la inclusividad.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Análisis local y determinista, con IA opcional.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Interfaz en español e inglés.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Desplegable gratis, sin infraestructura obligatoria.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RecruitKit · TFM · Juan Ignacio Guitart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herramientas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3796" y="19202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3796" y="1920240"/>
            <a:ext cx="91440" cy="173736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6" name="Text 4"/>
          <p:cNvSpPr/>
          <p:nvPr/>
        </p:nvSpPr>
        <p:spPr>
          <a:xfrm>
            <a:off x="790956" y="21031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36676" y="27889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Analizador de sesgos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442716" y="19202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42716" y="1920240"/>
            <a:ext cx="91440" cy="17373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3579876" y="21031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📝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625596" y="27889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Generador de ofertas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31636" y="19202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1636" y="1920240"/>
            <a:ext cx="91440" cy="173736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6368796" y="21031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📄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14516" y="27889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Compatibilidad ATS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020556" y="192024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20556" y="1920240"/>
            <a:ext cx="91440" cy="1737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9157716" y="21031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🏆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203436" y="27889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Ranking de candidatos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53796" y="406908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" y="4069080"/>
            <a:ext cx="91440" cy="17373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2" name="Text 20"/>
          <p:cNvSpPr/>
          <p:nvPr/>
        </p:nvSpPr>
        <p:spPr>
          <a:xfrm>
            <a:off x="790956" y="425196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🔎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36676" y="4937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Buscador booleano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442716" y="406908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4069080"/>
            <a:ext cx="91440" cy="173736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6" name="Text 24"/>
          <p:cNvSpPr/>
          <p:nvPr/>
        </p:nvSpPr>
        <p:spPr>
          <a:xfrm>
            <a:off x="3579876" y="425196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💬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3625596" y="4937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Preguntas de entrevista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231636" y="406908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31636" y="4069080"/>
            <a:ext cx="91440" cy="17373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0" name="Text 28"/>
          <p:cNvSpPr/>
          <p:nvPr/>
        </p:nvSpPr>
        <p:spPr>
          <a:xfrm>
            <a:off x="6368796" y="425196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✉️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414516" y="4937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Plantillas de email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020556" y="406908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20556" y="4069080"/>
            <a:ext cx="91440" cy="17373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4" name="Text 32"/>
          <p:cNvSpPr/>
          <p:nvPr/>
        </p:nvSpPr>
        <p:spPr>
          <a:xfrm>
            <a:off x="9157716" y="425196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⚖️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9203436" y="4937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Comparador e historial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RecruitKit · TFM · Juan Ignacio Guitart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Analizador de sesgos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Resalta los fragmentos problemáticos por categoría y explica cada hallazgo.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Índice de inclusividad de 0 a 100.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Detección de buenas prácticas: salario, flexibilidad, igualdad…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Reescritura: aplica las sugerencias una a una o toda de golpe.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RecruitKit · TFM · Juan Ignacio Guitart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Reescritura con IA (opcional)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Motor local determinista, con IA opcional para una reescritura más natural.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Ollama local (privado, en tu equipo).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Proveedor hospedado compatible con OpenAI (Groq): IA para todos en la web.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Degradación elegante: sin IA, se usa la reescritura determinista.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RecruitKit · TFM · Juan Ignacio Guitart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 lado del candidato y sourcing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Compatibilidad ATS: encaje oferta ↔ CV y palabras clave que faltan.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Ranking de candidatos: ordena varios CV por su encaje con la oferta.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Buscador booleano: cadenas para LinkedIn y Google X-ray.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RecruitKit · TFM · Juan Ignacio Guitart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Entrevista y comunicación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Banco de preguntas por competencia para entrevistas estructuradas.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Lista de preguntas a evitar (legalmente sensibles: edad, estado civil…).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Plantillas de email: invitación, información, oferta y rechazo.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RecruitKit · TFM · Juan Ignacio Guitart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 técnico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15 · React 19 · TypeScript.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 · Auth.js (NextAuth v5) con sesión JWT.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Prisma + PostgreSQL (opcional).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Vitest (tests del motor) · docx (informes Word).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Ollama / Groq (IA opcional) · Despliegue en Vercel.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RecruitKit · TFM · Juan Ignacio Guitart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Decisiones técnicas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Motor de análisis local y determinista (lexicón curado, sin "caja negra").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Degradación elegante: BBDD e IA opcionales; la app nunca depende de ellas.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con JWT sin base de datos y usuario semilla.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i18n español/inglés y modo claro/oscuro.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del motor para ampliar el lexicón sin regresiones.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RecruitKit · TFM · Juan Ignacio Guitart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Enlaces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Repositorio: https://github.com/Jguita65/joblens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App: https://joblens-puce.vercel.app</a:t>
            </a:r>
            <a:endParaRPr lang="en-US" sz="19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Cuenta de prueba: test@test.com / test1234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RecruitKit · TFM · Juan Ignacio Guitart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128016" cy="68580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¡Gracias!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005840" y="3566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Juan Ignacio Guitart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juanignacioguitart@gmail.com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RecruitKit — Herramientas para reclutadores</dc:title>
  <dc:subject>PptxGenJS Presentation</dc:subject>
  <dc:creator>Juan Ignacio Guitart</dc:creator>
  <cp:lastModifiedBy>Juan Ignacio Guitart</cp:lastModifiedBy>
  <cp:revision>1</cp:revision>
  <dcterms:created xsi:type="dcterms:W3CDTF">2026-07-20T10:00:51Z</dcterms:created>
  <dcterms:modified xsi:type="dcterms:W3CDTF">2026-07-20T10:00:51Z</dcterms:modified>
</cp:coreProperties>
</file>