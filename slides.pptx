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0"/>
            <a:ext cx="128016" cy="68580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1097280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97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RK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RecruitKit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005840" y="34290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kit de herramientas para una selección más justa y eficaz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41605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Analiza y redacta ofertas · Evalúa candidatos · Entrevista y comunica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5120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Juan Ignacio Guitart   ·   TFM   ·  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502920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problema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515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ofertas de empleo contienen, a menudo sin querer, lenguaje sesgado (género, edad, capacitismo, jerga) que reduce la diversidad de candidaturas y puede ser ilegal.</a:t>
            </a:r>
            <a:endParaRPr lang="en-US" sz="19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proceso de selección está fragmentado: redactar la oferta, filtrar CVs, buscar candidatos, entrevistar y comunicar… en herramientas dispersas.</a:t>
            </a:r>
            <a:endParaRPr lang="en-US" sz="19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Faltan herramientas sencillas que unifiquen el proceso con criterios de inclusividad.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6309360"/>
            <a:ext cx="109087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RecruitKit · TFM · Juan Ignacio Guitart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502920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solución: RecruitKit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panel con varias herramientas que cubren el proceso de selección, con foco en la inclusividad.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53796" y="237744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3796" y="2377440"/>
            <a:ext cx="2514600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653796" y="26060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⚖️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53796" y="33375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Más justo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36676" y="374904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Detecta y corrige sesgos; fomenta la diversidad.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42716" y="237744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42716" y="2377440"/>
            <a:ext cx="2514600" cy="10972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3442716" y="26060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⏱️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442716" y="33375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Más eficaz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625596" y="374904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Redacta, filtra y comunica en menos tiempo.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31636" y="237744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31636" y="2377440"/>
            <a:ext cx="2514600" cy="1097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7" name="Text 15"/>
          <p:cNvSpPr/>
          <p:nvPr/>
        </p:nvSpPr>
        <p:spPr>
          <a:xfrm>
            <a:off x="6231636" y="26060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231636" y="33375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 ataduras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14516" y="374904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Funciona con o sin base de datos y con IA opcional.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020556" y="237744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20556" y="2377440"/>
            <a:ext cx="2514600" cy="109728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2" name="Text 20"/>
          <p:cNvSpPr/>
          <p:nvPr/>
        </p:nvSpPr>
        <p:spPr>
          <a:xfrm>
            <a:off x="9020556" y="26060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🌍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9020556" y="33375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Accesible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203436" y="374904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Español e inglés, claro/oscuro, desplegado gratis.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6309360"/>
            <a:ext cx="109087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RecruitKit · TFM · Juan Ignacio Guitart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502920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herramientas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3796" y="192024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3796" y="1920240"/>
            <a:ext cx="91440" cy="17373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790956" y="21031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36676" y="27889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Analizador de sesgos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442716" y="192024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42716" y="1920240"/>
            <a:ext cx="91440" cy="1737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3579876" y="21031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📝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625596" y="27889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Generador de ofertas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31636" y="192024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1636" y="1920240"/>
            <a:ext cx="91440" cy="17373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6368796" y="21031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📄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14516" y="27889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Compatibilidad ATS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020556" y="192024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20556" y="1920240"/>
            <a:ext cx="91440" cy="1737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9157716" y="21031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🏆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203436" y="27889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Ranking de candidatos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53796" y="406908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3796" y="4069080"/>
            <a:ext cx="91440" cy="17373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790956" y="42519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🔎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36676" y="49377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Buscador booleano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442716" y="406908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42716" y="4069080"/>
            <a:ext cx="91440" cy="173736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6" name="Text 24"/>
          <p:cNvSpPr/>
          <p:nvPr/>
        </p:nvSpPr>
        <p:spPr>
          <a:xfrm>
            <a:off x="3579876" y="42519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💬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625596" y="49377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Preguntas de entrevista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231636" y="406908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31636" y="4069080"/>
            <a:ext cx="91440" cy="17373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0" name="Text 28"/>
          <p:cNvSpPr/>
          <p:nvPr/>
        </p:nvSpPr>
        <p:spPr>
          <a:xfrm>
            <a:off x="6368796" y="42519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✉️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414516" y="49377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Plantillas de email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020556" y="406908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20556" y="4069080"/>
            <a:ext cx="91440" cy="173736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4" name="Text 32"/>
          <p:cNvSpPr/>
          <p:nvPr/>
        </p:nvSpPr>
        <p:spPr>
          <a:xfrm>
            <a:off x="9157716" y="42519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⚖️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9203436" y="49377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Comparador e historial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40080" y="6309360"/>
            <a:ext cx="109087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RecruitKit · TFM · Juan Ignacio Guitart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502920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Analizador de sesgos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515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Resalta los fragmentos problemáticos por categoría y explica cada hallazgo.</a:t>
            </a:r>
            <a:endParaRPr lang="en-US" sz="19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Índice de inclusividad de 0 a 100 y detección de buenas prácticas.</a:t>
            </a:r>
            <a:endParaRPr lang="en-US" sz="19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Reescritura: aplica las sugerencias una a una, toda de golpe o con IA.</a:t>
            </a:r>
            <a:endParaRPr lang="en-US" sz="19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Exporta un informe profesional en Word o PDF.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6309360"/>
            <a:ext cx="109087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RecruitKit · TFM · Juan Ignacio Guitart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502920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Funciones potenciadas por 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508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Integradas con la API de Groq (en la nube) o con Ollama en local.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" y="2286000"/>
            <a:ext cx="3383280" cy="2651760"/>
          </a:xfrm>
          <a:prstGeom prst="roundRect">
            <a:avLst>
              <a:gd name="adj" fmla="val 4828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" y="26060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✨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82396" y="35204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Reescritura inclusiva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73836" y="40690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Convierte una oferta sesgada en una versión neutra y natural.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02836" y="2286000"/>
            <a:ext cx="3383280" cy="2651760"/>
          </a:xfrm>
          <a:prstGeom prst="roundRect">
            <a:avLst>
              <a:gd name="adj" fmla="val 4828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02836" y="26060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📝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585716" y="35204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Redacción de ofertas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77156" y="40690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Escribe una oferta completa y atractiva a partir de unos datos.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06156" y="2286000"/>
            <a:ext cx="3383280" cy="2651760"/>
          </a:xfrm>
          <a:prstGeom prst="roundRect">
            <a:avLst>
              <a:gd name="adj" fmla="val 4828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06156" y="26060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🧑‍💼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289036" y="35204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Análisis de candidato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80476" y="40690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Resume fortalezas, carencias y una recomendación (CV ↔ oferta).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6309360"/>
            <a:ext cx="109087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RecruitKit · TFM · Juan Ignacio Guitart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502920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Arquitectura de IA · Groq + Ollama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468880"/>
            <a:ext cx="228600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606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Usuario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Navegador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40480" y="2468880"/>
            <a:ext cx="2926080" cy="1097280"/>
          </a:xfrm>
          <a:prstGeom prst="roundRect">
            <a:avLst>
              <a:gd name="adj" fmla="val 8333"/>
            </a:avLst>
          </a:prstGeom>
          <a:solidFill>
            <a:srgbClr val="EEF2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RecruitKit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31920" y="3017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en Vercel · /api/ai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0" y="1508760"/>
            <a:ext cx="3657600" cy="1097280"/>
          </a:xfrm>
          <a:prstGeom prst="roundRect">
            <a:avLst>
              <a:gd name="adj" fmla="val 8333"/>
            </a:avLst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0" y="1645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Groq API (nube)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863840" y="20574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IA para todos en la web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0" y="3429000"/>
            <a:ext cx="3657600" cy="1097280"/>
          </a:xfrm>
          <a:prstGeom prst="roundRect">
            <a:avLst>
              <a:gd name="adj" fmla="val 8333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0" y="3566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Ollama (local)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863840" y="39776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privado, sin coste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017520" y="3017520"/>
            <a:ext cx="822960" cy="9144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V="1">
            <a:off x="6766560" y="2057400"/>
            <a:ext cx="1005840" cy="77724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766560" y="3200400"/>
            <a:ext cx="1005840" cy="77724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1520" y="4937760"/>
            <a:ext cx="10698480" cy="822960"/>
          </a:xfrm>
          <a:prstGeom prst="roundRect">
            <a:avLst>
              <a:gd name="adj" fmla="val 11111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0749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34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Degradación elegante: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no hay IA disponible, la app usa la reescritura determinista del lexicón. La clave de la API vive solo en el servidor.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6309360"/>
            <a:ext cx="109087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RecruitKit · TFM · Juan Ignacio Guitart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502920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 lado del candidato y sourcing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515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Compatibilidad ATS: encaje oferta ↔ CV, palabras clave que faltan y análisis del candidato con IA.</a:t>
            </a:r>
            <a:endParaRPr lang="en-US" sz="19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Ranking de candidatos: ordena varios CV por su encaje con la oferta.</a:t>
            </a:r>
            <a:endParaRPr lang="en-US" sz="19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Buscador booleano: cadenas para LinkedIn y Google X-ray.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6309360"/>
            <a:ext cx="109087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RecruitKit · TFM · Juan Ignacio Guitart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502920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Entrevista y comunicación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515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Banco de preguntas por competencia para entrevistas estructuradas.</a:t>
            </a:r>
            <a:endParaRPr lang="en-US" sz="19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Lista de preguntas a evitar (legalmente sensibles: edad, estado civil…).</a:t>
            </a:r>
            <a:endParaRPr lang="en-US" sz="19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Plantillas de email: invitación, información, oferta y rechazo.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6309360"/>
            <a:ext cx="109087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RecruitKit · TFM · Juan Ignacio Guitart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502920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 técnico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651760" y="1755648"/>
            <a:ext cx="1417320" cy="42062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51760" y="1755648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15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51960" y="1755648"/>
            <a:ext cx="1225296" cy="42062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51960" y="1755648"/>
            <a:ext cx="12252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19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0136" y="1755648"/>
            <a:ext cx="1417320" cy="42062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0136" y="1755648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TypeScript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260336" y="1755648"/>
            <a:ext cx="1609344" cy="42062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60336" y="1755648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 CSS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1520" y="245059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651760" y="2468880"/>
            <a:ext cx="2473452" cy="42062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2468880"/>
            <a:ext cx="24734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Auth.js (NextAuth v5)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308092" y="2468880"/>
            <a:ext cx="1417320" cy="42062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8092" y="2468880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Sesión JWT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1520" y="316382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Datos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651760" y="3182112"/>
            <a:ext cx="1033272" cy="42062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51760" y="3182112"/>
            <a:ext cx="10332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Prisma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867912" y="3182112"/>
            <a:ext cx="2473452" cy="42062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67912" y="3182112"/>
            <a:ext cx="24734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(opcional)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24244" y="3182112"/>
            <a:ext cx="1609344" cy="42062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24244" y="3182112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localStorage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31520" y="387705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IA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2651760" y="3895344"/>
            <a:ext cx="1225296" cy="42062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51760" y="3895344"/>
            <a:ext cx="12252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Groq API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059936" y="3895344"/>
            <a:ext cx="1801368" cy="42062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59936" y="3895344"/>
            <a:ext cx="1801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Ollama (local)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31520" y="459028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Calidad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2651760" y="4608576"/>
            <a:ext cx="1033272" cy="42062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51760" y="4608576"/>
            <a:ext cx="10332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Vitest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3867912" y="4608576"/>
            <a:ext cx="841248" cy="42062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67912" y="4608576"/>
            <a:ext cx="8412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docx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892040" y="4608576"/>
            <a:ext cx="1033272" cy="42062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4608576"/>
            <a:ext cx="10332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ESLint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731520" y="5303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4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2651760" y="5321808"/>
            <a:ext cx="1033272" cy="42062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51760" y="5321808"/>
            <a:ext cx="10332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40080" y="6309360"/>
            <a:ext cx="109087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RecruitKit · TFM · Juan Ignacio Guitart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502920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Decisiones técnicas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515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Motor de análisis local y determinista (lexicón curado, sin "caja negra").</a:t>
            </a:r>
            <a:endParaRPr lang="en-US" sz="19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IA opcional y desacoplada: Groq en la nube o Ollama en local, con degradación elegante.</a:t>
            </a:r>
            <a:endParaRPr lang="en-US" sz="19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Degradación elegante también en datos: base de datos opcional (localStorage de reserva).</a:t>
            </a:r>
            <a:endParaRPr lang="en-US" sz="19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 con JWT sin base de datos; i18n español/inglés; tests del motor con Vitest.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6309360"/>
            <a:ext cx="109087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RecruitKit · TFM · Juan Ignacio Guitart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502920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Enlaces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515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Repositorio: https://github.com/Jguita65/joblens</a:t>
            </a:r>
            <a:endParaRPr lang="en-US" sz="19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App: https://joblens-puce.vercel.app</a:t>
            </a:r>
            <a:endParaRPr lang="en-US" sz="19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Cuenta de prueba: test@test.com / test1234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6309360"/>
            <a:ext cx="109087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RecruitKit · TFM · Juan Ignacio Guitart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0"/>
            <a:ext cx="128016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23774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¡Gracias!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05840" y="3566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Juan Ignacio Guitart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4114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juanignacioguitart@gmail.com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RecruitKit — Herramientas para reclutadores</dc:title>
  <dc:subject>PptxGenJS Presentation</dc:subject>
  <dc:creator>Juan Ignacio Guitart</dc:creator>
  <cp:lastModifiedBy>Juan Ignacio Guitart</cp:lastModifiedBy>
  <cp:revision>1</cp:revision>
  <dcterms:created xsi:type="dcterms:W3CDTF">2026-07-20T13:19:40Z</dcterms:created>
  <dcterms:modified xsi:type="dcterms:W3CDTF">2026-07-20T13:19:40Z</dcterms:modified>
</cp:coreProperties>
</file>